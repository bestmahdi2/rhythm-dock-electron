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51" d="100"/>
          <a:sy n="51" d="100"/>
        </p:scale>
        <p:origin x="346" y="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3B287-EB59-A434-F7AF-A0E1CED6C0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666BE8-7D22-E20D-2018-F3AEF2965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31B70-00CA-DF8E-BC4E-BFACA7E39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883A-3EE9-4E09-B65D-81A038CE27F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47B7E-F15C-3A57-494E-5F910D539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80C2E-A526-23FB-4764-A7D0DCE1D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8F0A-08C3-49A0-99EB-A08C2D64B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21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75B63-AB97-672F-61A8-0EC30D3CE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4F6BD-FAC1-A055-7664-DE7222444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8C5CE-CC8A-5C21-F2CE-F0334F9CD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883A-3EE9-4E09-B65D-81A038CE27F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6EF97-7782-EF6B-AB36-F7D9E90F7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5833F-91C1-6834-6591-8B577A3BC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8F0A-08C3-49A0-99EB-A08C2D64B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57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D7BE6-02E5-0D2F-807D-BDE41A647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2CBE3-46A2-0F0E-13C5-2405C29A3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0232C-6909-4580-0E55-4938AEA3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883A-3EE9-4E09-B65D-81A038CE27F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B3860-2188-33FB-94BB-37593E7FE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B3CEF-C62E-CDEC-884B-94B347189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8F0A-08C3-49A0-99EB-A08C2D64B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16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8A5CB-5434-138E-A5A3-FA1573139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A3319-4644-F3B6-22CD-3368E26BB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8907E-2F9A-A672-EA01-EFE332223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A3571-627F-81A5-1FD0-2763941CC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883A-3EE9-4E09-B65D-81A038CE27F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C1ECF-8DFA-CFF6-59C3-3DDCC1805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76539-0F31-DB99-2FD1-0E7A99CC4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8F0A-08C3-49A0-99EB-A08C2D64B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08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33E51-CEE0-A667-162D-57B4BD512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43A90-BC08-88AF-B1AF-0E8EB7A28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40CA8-5041-46C1-E64C-11D17CB65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F5E3CA-A9BD-9CD7-4D09-5BD31D4B4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B2C787-53CA-4021-CFA3-1049E9495C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EDE26C-F729-8FEB-5B7C-04EFC0D75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883A-3EE9-4E09-B65D-81A038CE27F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31431-4859-3E19-441F-90248B465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CDCA2A-A2E8-1C90-F085-F6E7FA9A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8F0A-08C3-49A0-99EB-A08C2D64B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54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CE555-7CDB-6D02-7766-449537ED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BD3CE9-32BA-E706-5618-18FAFF65A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883A-3EE9-4E09-B65D-81A038CE27F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58B2B2-4475-9640-AFA7-2734CD89C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6653F-376A-11C1-EE78-A280D5D22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8F0A-08C3-49A0-99EB-A08C2D64B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29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2DC5A8-3245-39FE-62CC-84C1705C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883A-3EE9-4E09-B65D-81A038CE27F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98691-7BBA-0777-91EE-192714202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CF7DA-1792-222E-56CD-3F575E2A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8F0A-08C3-49A0-99EB-A08C2D64B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763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594B1-5AF6-BA22-C7B4-8312F8EE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662E0-0D53-270F-6056-9217EC798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4FC0A-D95A-F131-7090-67FAB982C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FFF5B-7521-D00E-BD97-65F1C93E3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883A-3EE9-4E09-B65D-81A038CE27F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AA2B4-95B8-C87B-29C9-E1D5D94FD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A2841-EF6E-491A-E600-A168EA879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8F0A-08C3-49A0-99EB-A08C2D64B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9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602E5-049C-3AAA-CE2C-FD10CBDEA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A6FA7E-DCCC-00A9-0961-E1E9AE66A3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E75F1-01E4-6A26-C421-C7EA61531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98BBF-075B-BEE9-C4C5-1D5E3ED91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883A-3EE9-4E09-B65D-81A038CE27F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FA72E-2A08-31B0-FE7F-7828C0BB2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5A033-5569-AB61-84B5-951FE9985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8F0A-08C3-49A0-99EB-A08C2D64B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418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E1A3C-2CC5-7D47-0E3F-B7549872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FF6A3-BAE6-C3CD-81E2-0AD9A6293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28B3A-7F4B-4E8D-11FB-096F0FB7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883A-3EE9-4E09-B65D-81A038CE27F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0207B-6916-52A2-3CDB-FE1346EF7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3056C-082A-4947-7B25-E61705428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8F0A-08C3-49A0-99EB-A08C2D64B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645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E83B1B-8AC8-78A2-A84D-136CBDB07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33198-B7CD-7D67-02C2-E143A750A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0F553-1CE4-9EC6-E6A8-D91FC256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883A-3EE9-4E09-B65D-81A038CE27F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ABDCC-059D-E4FE-6DED-E63EC7993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FA541-0450-6F23-F75A-D6927039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B8F0A-08C3-49A0-99EB-A08C2D64B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71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280943-B104-7FEF-4E1A-7F8AB5B13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15766-E251-2BEB-3334-8BC48CBA0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8172D-FC19-6C79-9323-8EF561089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A883A-3EE9-4E09-B65D-81A038CE27F0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F2E5-C91A-691E-CB6F-5812D41CC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97D13-97CD-B0B9-9509-F745E8D97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B8F0A-08C3-49A0-99EB-A08C2D64B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8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FCA4956-AB79-9BE3-427E-FF6A64F57CAC}"/>
              </a:ext>
            </a:extLst>
          </p:cNvPr>
          <p:cNvGrpSpPr/>
          <p:nvPr/>
        </p:nvGrpSpPr>
        <p:grpSpPr>
          <a:xfrm>
            <a:off x="1768927" y="-457200"/>
            <a:ext cx="7315200" cy="7315200"/>
            <a:chOff x="2438400" y="-228600"/>
            <a:chExt cx="7315200" cy="73152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3073CF0-FBC2-248F-235D-7EBEE5F2C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8400" y="-228600"/>
              <a:ext cx="7315200" cy="73152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6F1F288-F761-B3F6-2789-48A2100AF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893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D9C8E-20B4-F7D0-5C7F-63E974D9F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4B2EA1DD-511A-6D98-F26E-24A14BF2F6AA}"/>
              </a:ext>
            </a:extLst>
          </p:cNvPr>
          <p:cNvSpPr/>
          <p:nvPr/>
        </p:nvSpPr>
        <p:spPr>
          <a:xfrm>
            <a:off x="4715260" y="2715636"/>
            <a:ext cx="1956816" cy="1816317"/>
          </a:xfrm>
          <a:prstGeom prst="ellipse">
            <a:avLst/>
          </a:prstGeom>
          <a:solidFill>
            <a:srgbClr val="D4D4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132299-55B5-4E90-BA9E-B15BD9B574F9}"/>
              </a:ext>
            </a:extLst>
          </p:cNvPr>
          <p:cNvPicPr>
            <a:picLocks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131" t="14078" r="21280" b="28348"/>
          <a:stretch>
            <a:fillRect/>
          </a:stretch>
        </p:blipFill>
        <p:spPr>
          <a:xfrm>
            <a:off x="3543299" y="898072"/>
            <a:ext cx="4215384" cy="4215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3960A0-98AB-9DE7-570A-C2AFBA1D37B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07" t="14047" r="19365" b="26906"/>
          <a:stretch>
            <a:fillRect/>
          </a:stretch>
        </p:blipFill>
        <p:spPr>
          <a:xfrm>
            <a:off x="3543299" y="1063971"/>
            <a:ext cx="4212771" cy="404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284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Badiee</dc:creator>
  <cp:lastModifiedBy>Ali Badiee</cp:lastModifiedBy>
  <cp:revision>3</cp:revision>
  <dcterms:created xsi:type="dcterms:W3CDTF">2025-09-19T19:29:04Z</dcterms:created>
  <dcterms:modified xsi:type="dcterms:W3CDTF">2025-09-19T19:57:47Z</dcterms:modified>
</cp:coreProperties>
</file>